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9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C3480-E37A-4C2A-B502-881B4E67B54B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0C69C-A963-4BE4-A802-EC6D0B028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24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C3CAE-6D57-117B-6AA2-89C346C8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E17D6B-061B-913C-1F48-A7FFBAC02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F0CDE-118F-0BA2-1BBD-E5254AA4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39F0E-7668-B362-CE1B-C0B16AFF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15BA4F-1E0A-6152-C968-6AB9D555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63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581F1-F9B6-DB4C-BAA3-F4937423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7386B-C9C8-6B34-7A73-EB2F72146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68389-4837-F381-8D75-5CD8B6E2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30CB6-2276-8642-4A95-1D133342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B4D8E3-A42C-19DB-266F-71FBF19E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16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CCC60-59A3-600F-41AC-0E15B275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6FCC16-3CD2-611C-151E-F0E5291B8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96A8F-980A-90D6-F3A8-88D37BD8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97089C-3105-B102-B1B3-0F3E457D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AE4306-F656-3D49-E6E0-BDC15129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12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8FC15-FBC9-CF95-010E-75D6FBFE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4D850-7B57-CA7D-2096-48267D4A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81EC9E-4A1E-77AA-217D-1F1C38FAA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7554AF-EA12-2E8D-F3F8-1C36752D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85FDF9-F9CA-E2B4-14FA-D3C872A7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9C7BE8-BFDA-2906-BBE5-CC7FAE62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35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8B6B7-450D-5243-409C-5243F62B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2743C2-EF83-BF8C-197C-F920341A8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D7D464-5D7B-FEF0-07E0-22CF16F93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B12583-A508-0472-41D6-CC21A10DF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D211FC-640B-894E-1C3B-6D1D8E031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416100-21F0-DE2A-E376-8BBEAECF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59454F-F720-D3E5-AFC3-A58BCD7E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0735C1-CCF4-B147-CCBC-38141DF7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07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4C0B4-EB40-B0A5-B86C-A7319092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33AB21-C13A-498B-B0DD-53F41BB0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C4B571-4133-2559-4A52-8F303D3E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1693A1-11EC-AFAC-8013-6CAAACBB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17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F4ED2E-02D0-45AD-9D4E-A3B2F881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52AAF5-F46E-69CC-7A13-D8FB860A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361397-7D87-017A-D221-10BA18C6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35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E34F0-2709-84D1-300E-0E7E7E4A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55E7D-88DE-C49C-9B8E-1FB419D4D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7E107E-4C9C-7D28-AA82-5AF73ABDF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60C4C1-CF3F-61EC-846F-3DD8DA65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83A9CA-C24B-B4F2-5B36-C25B73BF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F8B223-B2F3-B126-BFC4-654566E7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29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C6404-5E7F-016F-5123-DA234ACB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7701FF-B538-5673-97CD-3E5AF8A95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7E473D-9C84-04D1-A0A6-0DD48E467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600F47-8BAB-74E9-93DD-CB9E07FA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7A1225-BDF8-F6FC-71A1-A4B97E5E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914B47-5CD5-5E43-BBFF-3B970E0E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32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5C355-CD1A-C954-1455-15C012F4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E7D1CA-3570-3DAA-71B4-4A45BEB20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F78BC8-1F7E-2EC0-C8F7-175AB5B2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3A7C1E-D889-C5AF-1ADC-ABF76DC9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B8159-A2BB-0004-F5AC-02B0A342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9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7372DF-A0D1-17FB-EA80-3D1E148A1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8E3260-A474-277A-AEB4-EE8F4916D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6B88A5-2656-1BCD-7D18-557514AE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7D05C6-3FFF-F13C-0F13-00CCAA3A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A1687A-A38F-3973-BB54-35E7A165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7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EFCC1-816F-96C0-45A0-0CC99DF1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83A07F-7236-3D70-8073-6F97EBC5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280469-99F3-EEA6-A865-0434F7C67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C7A45-354A-41C0-AB17-AEEC210F6887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6AB30D-97F4-0A79-AC14-B31FF4683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E6762-A5C6-76BD-2C5D-71BE7CB1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0A94D-F31B-4887-BAED-B05639A5A5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03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9F77B-AB97-3CBD-88E2-ED3A8E149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ООП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559461-45D6-1321-4607-4A2B21E8AE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Объектно-ориентированное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71067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E5353C-34B5-BB07-204E-50C706720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6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4CD7-5B44-E13D-02BB-975FCD96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70EF16-C04A-9F99-D0CE-86940BB1D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6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EB1910-B461-2E3D-92BB-8D28B545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431D-A4C1-BD7C-A2B9-898C0526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40F87B-C459-942C-D0AD-87BACFA4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7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03EE0-287A-5DF0-DAB5-067931E8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F948A6-24CD-3013-A875-873335AAE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0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3FD2-C9A9-B71E-1644-002AB7CB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DD5987-8903-90A5-3522-DBEBAFF2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2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368BB-1278-1824-211E-2760A28A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000273-4078-EA17-4FC4-B1B1019C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92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7B5E-930A-57F7-6159-D1D94910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3812AA-061C-393C-2B71-122921BB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6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53A5-C525-CEC6-7A04-5ED6C735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7AE5A4-C0FD-D251-BF6A-2CC472E3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7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7E3D-DEEA-EC69-02B9-1D077829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1707CF-A38F-8546-2E15-0E549E32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9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802E-6962-EB8C-0A40-94A3FA6D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0BCFCC-5C00-891A-42A9-710152623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3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E7C5-2340-18CB-B5E3-03B8AA2C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2A6AF4-2021-9851-996E-F25480BD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17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4A98-2D89-8499-0E40-8F96298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14B821-4D9B-8B56-A6EA-894E0F6C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0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0278-9A30-AA2F-A4E3-6DD429FA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7073A3-F53B-EDBB-FDE7-ECFB417CB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0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C8C438-8FB3-689D-B96A-D011054B3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9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E9D1-A5DB-7054-5A70-EA45AA8E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CDD683-23BB-6CAA-7463-C59A4E2B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22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7F5C-6CB4-61A1-4B65-71CCAAAA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8D43F3-9289-CCD2-E72F-223EB6A2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60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BF50-1E99-F37B-67CF-37EE02FE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B6A1A2-37C3-36F3-C159-E56EB313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90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E2F5C-3F0F-E747-B7B1-E8161452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BC129E-98EB-7346-84FF-C1D294F1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11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11C1-AD79-940B-7CD3-F7741779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1D2004-8A47-8D2E-7C80-2306FF9E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99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B56A-1229-7C75-202C-E9199D53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647F3E-E2E8-C141-ECA4-9D78E467D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4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34E9-EE3F-B29C-F4D8-9B59609F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2F528D-8383-7129-F188-26652CC0B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7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9B71FC-D1DD-C45E-A714-A5AACC63B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7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F37A-1AE1-7699-72C8-9EAFED8B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84618C-9F9E-7A82-DF55-8C5FDAC7EF53}"/>
              </a:ext>
            </a:extLst>
          </p:cNvPr>
          <p:cNvSpPr/>
          <p:nvPr/>
        </p:nvSpPr>
        <p:spPr>
          <a:xfrm>
            <a:off x="3140965" y="2967335"/>
            <a:ext cx="59100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Практическая часть</a:t>
            </a:r>
          </a:p>
        </p:txBody>
      </p:sp>
    </p:spTree>
    <p:extLst>
      <p:ext uri="{BB962C8B-B14F-4D97-AF65-F5344CB8AC3E}">
        <p14:creationId xmlns:p14="http://schemas.microsoft.com/office/powerpoint/2010/main" val="1932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FA17-83E1-D093-EEDC-FC4D275A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24C086-7BCE-7001-C4E8-FB0B41D2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87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ECB2-DCDA-BEBF-5371-CF2DA894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C7D25-2213-B3F3-D5BA-AF4E0CC002A7}"/>
              </a:ext>
            </a:extLst>
          </p:cNvPr>
          <p:cNvSpPr txBox="1"/>
          <p:nvPr/>
        </p:nvSpPr>
        <p:spPr>
          <a:xfrm>
            <a:off x="1244183" y="2225721"/>
            <a:ext cx="622798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ru-RU" sz="4800" dirty="0"/>
              <a:t>Печатать отчет</a:t>
            </a:r>
          </a:p>
          <a:p>
            <a:pPr marL="914400" indent="-914400">
              <a:buFont typeface="+mj-lt"/>
              <a:buAutoNum type="arabicPeriod"/>
            </a:pPr>
            <a:r>
              <a:rPr lang="ru-RU" sz="4800" dirty="0"/>
              <a:t>Проверить ресурсы</a:t>
            </a:r>
          </a:p>
          <a:p>
            <a:pPr marL="914400" indent="-914400">
              <a:buFont typeface="+mj-lt"/>
              <a:buAutoNum type="arabicPeriod"/>
            </a:pPr>
            <a:r>
              <a:rPr lang="ru-RU" sz="4800" dirty="0"/>
              <a:t>Получить оплату </a:t>
            </a:r>
          </a:p>
          <a:p>
            <a:pPr marL="914400" indent="-914400">
              <a:buFont typeface="+mj-lt"/>
              <a:buAutoNum type="arabicPeriod"/>
            </a:pPr>
            <a:r>
              <a:rPr lang="ru-RU" sz="4800" dirty="0"/>
              <a:t>Проверить оплату </a:t>
            </a:r>
          </a:p>
          <a:p>
            <a:pPr marL="914400" indent="-914400">
              <a:buFont typeface="+mj-lt"/>
              <a:buAutoNum type="arabicPeriod"/>
            </a:pPr>
            <a:r>
              <a:rPr lang="ru-RU" sz="4800" dirty="0"/>
              <a:t>Приготовить кофе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45CD0-006B-C071-8983-8B34408DD46A}"/>
              </a:ext>
            </a:extLst>
          </p:cNvPr>
          <p:cNvSpPr txBox="1"/>
          <p:nvPr/>
        </p:nvSpPr>
        <p:spPr>
          <a:xfrm>
            <a:off x="1244183" y="705177"/>
            <a:ext cx="1992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Задача</a:t>
            </a:r>
          </a:p>
        </p:txBody>
      </p:sp>
    </p:spTree>
    <p:extLst>
      <p:ext uri="{BB962C8B-B14F-4D97-AF65-F5344CB8AC3E}">
        <p14:creationId xmlns:p14="http://schemas.microsoft.com/office/powerpoint/2010/main" val="2224352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F618-3AA1-28AA-9B49-F7DAC949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DA9A9E-99A4-AE40-D2F2-1ACA37C5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57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7074-2A24-6D5B-E4FB-B2A9AA06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FE25C8-24FA-6C28-21F4-B12F3DF33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13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FE9B-2545-9B6F-AE6D-ADB0CD24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4D991-6A23-C801-1C19-E2DCF57F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7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DD233-0DEB-1CF8-880F-73AE5F0A5317}"/>
              </a:ext>
            </a:extLst>
          </p:cNvPr>
          <p:cNvSpPr txBox="1"/>
          <p:nvPr/>
        </p:nvSpPr>
        <p:spPr>
          <a:xfrm>
            <a:off x="2278504" y="3240586"/>
            <a:ext cx="7629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Практическая часть 2</a:t>
            </a:r>
          </a:p>
        </p:txBody>
      </p:sp>
    </p:spTree>
    <p:extLst>
      <p:ext uri="{BB962C8B-B14F-4D97-AF65-F5344CB8AC3E}">
        <p14:creationId xmlns:p14="http://schemas.microsoft.com/office/powerpoint/2010/main" val="135534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83D3-9516-DF77-77AE-DA653860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7E43FA-24C8-0C19-6A25-149150FB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0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0D18-8FC1-2C23-0D97-08C8D886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25FD69-03E4-6B40-40E6-ED62AE36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83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79F1-3D7F-8E13-ACBA-96FBE61B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EFAAF6-8CFF-242E-9759-09A539CE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6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B0901-C10D-A34B-549F-47DDDF5F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4B51D9-4923-3EEA-C272-E047B72BF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7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FE07-FDD2-9B1F-E377-01FC23D4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764E00-3A5B-7C22-D6A5-47A1A7204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144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</Words>
  <Application>Microsoft Office PowerPoint</Application>
  <PresentationFormat>Широкоэкранный</PresentationFormat>
  <Paragraphs>10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</vt:lpstr>
      <vt:lpstr>ООП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kamiljanow didar</dc:creator>
  <cp:lastModifiedBy>kamiljanow didar</cp:lastModifiedBy>
  <cp:revision>4</cp:revision>
  <dcterms:created xsi:type="dcterms:W3CDTF">2025-09-16T12:55:13Z</dcterms:created>
  <dcterms:modified xsi:type="dcterms:W3CDTF">2025-09-16T13:48:28Z</dcterms:modified>
</cp:coreProperties>
</file>